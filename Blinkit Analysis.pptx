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iravan M" userId="667ed438d5551451" providerId="LiveId" clId="{7AD654CD-E819-4B3C-B35F-E0B707E95D02}"/>
    <pc:docChg chg="undo custSel addSld delSld">
      <pc:chgData name="Kathiravan M" userId="667ed438d5551451" providerId="LiveId" clId="{7AD654CD-E819-4B3C-B35F-E0B707E95D02}" dt="2025-11-01T14:41:03.333" v="2" actId="2696"/>
      <pc:docMkLst>
        <pc:docMk/>
      </pc:docMkLst>
      <pc:sldChg chg="add del">
        <pc:chgData name="Kathiravan M" userId="667ed438d5551451" providerId="LiveId" clId="{7AD654CD-E819-4B3C-B35F-E0B707E95D02}" dt="2025-11-01T14:41:03.333" v="2" actId="2696"/>
        <pc:sldMkLst>
          <pc:docMk/>
          <pc:sldMk cId="1639272484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Kathiravan M</cp:lastModifiedBy>
  <cp:revision>17</cp:revision>
  <dcterms:created xsi:type="dcterms:W3CDTF">2024-06-24T12:27:37Z</dcterms:created>
  <dcterms:modified xsi:type="dcterms:W3CDTF">2025-11-01T14:41:14Z</dcterms:modified>
</cp:coreProperties>
</file>